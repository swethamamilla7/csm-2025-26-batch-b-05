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FCFCDB-1120-4DAD-9002-65704FA1B995}">
  <a:tblStyle styleId="{75FCFCDB-1120-4DAD-9002-65704FA1B99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>
            <p:ph type="title"/>
          </p:nvPr>
        </p:nvSpPr>
        <p:spPr>
          <a:xfrm>
            <a:off x="73025" y="-50596"/>
            <a:ext cx="388810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0" type="dt"/>
          </p:nvPr>
        </p:nvSpPr>
        <p:spPr>
          <a:xfrm>
            <a:off x="1123125" y="6629792"/>
            <a:ext cx="4962525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73025" y="-50596"/>
            <a:ext cx="388810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1123125" y="6629792"/>
            <a:ext cx="4962525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1123125" y="6629792"/>
            <a:ext cx="4962525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73025" y="-50596"/>
            <a:ext cx="388810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1123125" y="6629792"/>
            <a:ext cx="4962525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1123125" y="6629792"/>
            <a:ext cx="4962525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777238" y="6642827"/>
            <a:ext cx="5654040" cy="215265"/>
          </a:xfrm>
          <a:custGeom>
            <a:rect b="b" l="l" r="r" t="t"/>
            <a:pathLst>
              <a:path extrusionOk="0" h="215265" w="5654040">
                <a:moveTo>
                  <a:pt x="5654038" y="215171"/>
                </a:moveTo>
                <a:lnTo>
                  <a:pt x="0" y="215171"/>
                </a:lnTo>
                <a:lnTo>
                  <a:pt x="0" y="0"/>
                </a:lnTo>
                <a:lnTo>
                  <a:pt x="5654038" y="0"/>
                </a:lnTo>
                <a:lnTo>
                  <a:pt x="5654038" y="215171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" name="Google Shape;11;p1"/>
          <p:cNvSpPr/>
          <p:nvPr/>
        </p:nvSpPr>
        <p:spPr>
          <a:xfrm>
            <a:off x="6431277" y="6641865"/>
            <a:ext cx="5323205" cy="216535"/>
          </a:xfrm>
          <a:custGeom>
            <a:rect b="b" l="l" r="r" t="t"/>
            <a:pathLst>
              <a:path extrusionOk="0" h="216534" w="5323205">
                <a:moveTo>
                  <a:pt x="5322916" y="216133"/>
                </a:moveTo>
                <a:lnTo>
                  <a:pt x="0" y="216133"/>
                </a:lnTo>
                <a:lnTo>
                  <a:pt x="0" y="0"/>
                </a:lnTo>
                <a:lnTo>
                  <a:pt x="5322916" y="0"/>
                </a:lnTo>
                <a:lnTo>
                  <a:pt x="5322916" y="216133"/>
                </a:lnTo>
                <a:close/>
              </a:path>
            </a:pathLst>
          </a:custGeom>
          <a:solidFill>
            <a:srgbClr val="00808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" name="Google Shape;12;p1"/>
          <p:cNvSpPr/>
          <p:nvPr/>
        </p:nvSpPr>
        <p:spPr>
          <a:xfrm>
            <a:off x="11754195" y="6641864"/>
            <a:ext cx="438150" cy="216535"/>
          </a:xfrm>
          <a:custGeom>
            <a:rect b="b" l="l" r="r" t="t"/>
            <a:pathLst>
              <a:path extrusionOk="0" h="216534" w="438150">
                <a:moveTo>
                  <a:pt x="437803" y="216132"/>
                </a:moveTo>
                <a:lnTo>
                  <a:pt x="0" y="216132"/>
                </a:lnTo>
                <a:lnTo>
                  <a:pt x="0" y="0"/>
                </a:lnTo>
                <a:lnTo>
                  <a:pt x="437803" y="0"/>
                </a:lnTo>
                <a:lnTo>
                  <a:pt x="437803" y="216132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506200" y="5956065"/>
            <a:ext cx="685799" cy="68164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0" y="6642827"/>
            <a:ext cx="777240" cy="215265"/>
          </a:xfrm>
          <a:custGeom>
            <a:rect b="b" l="l" r="r" t="t"/>
            <a:pathLst>
              <a:path extrusionOk="0" h="215265" w="777240">
                <a:moveTo>
                  <a:pt x="777238" y="215171"/>
                </a:moveTo>
                <a:lnTo>
                  <a:pt x="0" y="215171"/>
                </a:lnTo>
                <a:lnTo>
                  <a:pt x="0" y="0"/>
                </a:lnTo>
                <a:lnTo>
                  <a:pt x="777238" y="0"/>
                </a:lnTo>
                <a:lnTo>
                  <a:pt x="777238" y="215171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" name="Google Shape;15;p1"/>
          <p:cNvSpPr/>
          <p:nvPr/>
        </p:nvSpPr>
        <p:spPr>
          <a:xfrm>
            <a:off x="-1" y="0"/>
            <a:ext cx="12192000" cy="233045"/>
          </a:xfrm>
          <a:custGeom>
            <a:rect b="b" l="l" r="r" t="t"/>
            <a:pathLst>
              <a:path extrusionOk="0" h="233045" w="12192000">
                <a:moveTo>
                  <a:pt x="12191998" y="232758"/>
                </a:moveTo>
                <a:lnTo>
                  <a:pt x="0" y="232758"/>
                </a:lnTo>
                <a:lnTo>
                  <a:pt x="0" y="0"/>
                </a:lnTo>
                <a:lnTo>
                  <a:pt x="12191998" y="0"/>
                </a:lnTo>
                <a:lnTo>
                  <a:pt x="12191998" y="232758"/>
                </a:lnTo>
                <a:close/>
              </a:path>
            </a:pathLst>
          </a:custGeom>
          <a:solidFill>
            <a:srgbClr val="0066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73025" y="-50596"/>
            <a:ext cx="388810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1"/>
          <p:cNvSpPr txBox="1"/>
          <p:nvPr>
            <p:ph idx="10" type="dt"/>
          </p:nvPr>
        </p:nvSpPr>
        <p:spPr>
          <a:xfrm>
            <a:off x="1123125" y="6629792"/>
            <a:ext cx="4962525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1"/>
          <p:cNvSpPr txBox="1"/>
          <p:nvPr>
            <p:ph idx="12" type="sldNum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12700">
              <a:lnSpc>
                <a:spcPct val="115312"/>
              </a:lnSpc>
              <a:spcBef>
                <a:spcPts val="0"/>
              </a:spcBef>
              <a:buNone/>
              <a:defRPr b="1" i="0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://pdf/Project%20selection_form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7"/>
          <p:cNvGrpSpPr/>
          <p:nvPr/>
        </p:nvGrpSpPr>
        <p:grpSpPr>
          <a:xfrm>
            <a:off x="777238" y="6634572"/>
            <a:ext cx="11415108" cy="223427"/>
            <a:chOff x="777238" y="6634572"/>
            <a:chExt cx="11415108" cy="223427"/>
          </a:xfrm>
        </p:grpSpPr>
        <p:sp>
          <p:nvSpPr>
            <p:cNvPr id="54" name="Google Shape;54;p7"/>
            <p:cNvSpPr/>
            <p:nvPr/>
          </p:nvSpPr>
          <p:spPr>
            <a:xfrm>
              <a:off x="777238" y="6634572"/>
              <a:ext cx="5782310" cy="220979"/>
            </a:xfrm>
            <a:custGeom>
              <a:rect b="b" l="l" r="r" t="t"/>
              <a:pathLst>
                <a:path extrusionOk="0" h="220979" w="5782309">
                  <a:moveTo>
                    <a:pt x="5781821" y="220979"/>
                  </a:moveTo>
                  <a:lnTo>
                    <a:pt x="0" y="220979"/>
                  </a:lnTo>
                  <a:lnTo>
                    <a:pt x="0" y="0"/>
                  </a:lnTo>
                  <a:lnTo>
                    <a:pt x="5781821" y="0"/>
                  </a:lnTo>
                  <a:lnTo>
                    <a:pt x="5781821" y="22097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" name="Google Shape;55;p7"/>
            <p:cNvSpPr/>
            <p:nvPr/>
          </p:nvSpPr>
          <p:spPr>
            <a:xfrm>
              <a:off x="6559061" y="6634572"/>
              <a:ext cx="5195570" cy="220979"/>
            </a:xfrm>
            <a:custGeom>
              <a:rect b="b" l="l" r="r" t="t"/>
              <a:pathLst>
                <a:path extrusionOk="0" h="220979" w="5195570">
                  <a:moveTo>
                    <a:pt x="5195133" y="220979"/>
                  </a:moveTo>
                  <a:lnTo>
                    <a:pt x="0" y="220979"/>
                  </a:lnTo>
                  <a:lnTo>
                    <a:pt x="0" y="0"/>
                  </a:lnTo>
                  <a:lnTo>
                    <a:pt x="5195133" y="0"/>
                  </a:lnTo>
                  <a:lnTo>
                    <a:pt x="5195133" y="220979"/>
                  </a:lnTo>
                  <a:close/>
                </a:path>
              </a:pathLst>
            </a:custGeom>
            <a:solidFill>
              <a:srgbClr val="008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" name="Google Shape;56;p7"/>
            <p:cNvSpPr/>
            <p:nvPr/>
          </p:nvSpPr>
          <p:spPr>
            <a:xfrm>
              <a:off x="11754196" y="6637020"/>
              <a:ext cx="438150" cy="220979"/>
            </a:xfrm>
            <a:custGeom>
              <a:rect b="b" l="l" r="r" t="t"/>
              <a:pathLst>
                <a:path extrusionOk="0" h="220979" w="438150">
                  <a:moveTo>
                    <a:pt x="437803" y="220979"/>
                  </a:moveTo>
                  <a:lnTo>
                    <a:pt x="0" y="220979"/>
                  </a:lnTo>
                  <a:lnTo>
                    <a:pt x="0" y="0"/>
                  </a:lnTo>
                  <a:lnTo>
                    <a:pt x="437803" y="0"/>
                  </a:lnTo>
                  <a:lnTo>
                    <a:pt x="437803" y="22097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7" name="Google Shape;57;p7"/>
          <p:cNvSpPr/>
          <p:nvPr/>
        </p:nvSpPr>
        <p:spPr>
          <a:xfrm>
            <a:off x="-1" y="-1"/>
            <a:ext cx="12192000" cy="233045"/>
          </a:xfrm>
          <a:custGeom>
            <a:rect b="b" l="l" r="r" t="t"/>
            <a:pathLst>
              <a:path extrusionOk="0" h="233045" w="12192000">
                <a:moveTo>
                  <a:pt x="12191998" y="232758"/>
                </a:moveTo>
                <a:lnTo>
                  <a:pt x="0" y="232758"/>
                </a:lnTo>
                <a:lnTo>
                  <a:pt x="0" y="0"/>
                </a:lnTo>
                <a:lnTo>
                  <a:pt x="12191998" y="0"/>
                </a:lnTo>
                <a:lnTo>
                  <a:pt x="12191998" y="232758"/>
                </a:lnTo>
                <a:close/>
              </a:path>
            </a:pathLst>
          </a:custGeom>
          <a:solidFill>
            <a:srgbClr val="0066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" name="Google Shape;58;p7"/>
          <p:cNvSpPr/>
          <p:nvPr/>
        </p:nvSpPr>
        <p:spPr>
          <a:xfrm>
            <a:off x="0" y="6634572"/>
            <a:ext cx="777240" cy="221615"/>
          </a:xfrm>
          <a:custGeom>
            <a:rect b="b" l="l" r="r" t="t"/>
            <a:pathLst>
              <a:path extrusionOk="0" h="221615" w="777240">
                <a:moveTo>
                  <a:pt x="777238" y="221522"/>
                </a:moveTo>
                <a:lnTo>
                  <a:pt x="0" y="221522"/>
                </a:lnTo>
                <a:lnTo>
                  <a:pt x="0" y="0"/>
                </a:lnTo>
                <a:lnTo>
                  <a:pt x="777238" y="0"/>
                </a:lnTo>
                <a:lnTo>
                  <a:pt x="777238" y="221522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" name="Google Shape;59;p7"/>
          <p:cNvSpPr txBox="1"/>
          <p:nvPr/>
        </p:nvSpPr>
        <p:spPr>
          <a:xfrm>
            <a:off x="6290867" y="1737539"/>
            <a:ext cx="1990725" cy="564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Student Name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Roll No. 214G1A32XX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5121231" y="2417828"/>
            <a:ext cx="1950085" cy="765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baseline="30000" lang="en-US" sz="3600">
                <a:latin typeface="Times New Roman"/>
                <a:ea typeface="Times New Roman"/>
                <a:cs typeface="Times New Roman"/>
                <a:sym typeface="Times New Roman"/>
              </a:rPr>
              <a:t>Mr. Xyz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M. Tech.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7"/>
          <p:cNvSpPr txBox="1"/>
          <p:nvPr/>
        </p:nvSpPr>
        <p:spPr>
          <a:xfrm>
            <a:off x="5399646" y="3048807"/>
            <a:ext cx="139255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2709823" y="5109203"/>
            <a:ext cx="6767195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75">
            <a:spAutoFit/>
          </a:bodyPr>
          <a:lstStyle/>
          <a:p>
            <a:pPr indent="0" lvl="0" marL="4445" rtl="0" algn="ctr">
              <a:lnSpc>
                <a:spcPct val="1067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 (AI &amp; ML)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9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Srinivasa Ramanujan Institute of Technology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985" rtl="0" algn="ctr">
              <a:lnSpc>
                <a:spcPct val="112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latin typeface="Times New Roman"/>
                <a:ea typeface="Times New Roman"/>
                <a:cs typeface="Times New Roman"/>
                <a:sym typeface="Times New Roman"/>
              </a:rPr>
              <a:t>(Affiliated to JNTUA &amp; Approved by AICTE) (Accredited by NAAC with ‘A’ Grade &amp; Accredited by NBA (EEE, ECE &amp; CSE)</a:t>
            </a:r>
            <a:endParaRPr sz="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715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Times New Roman"/>
                <a:ea typeface="Times New Roman"/>
                <a:cs typeface="Times New Roman"/>
                <a:sym typeface="Times New Roman"/>
              </a:rPr>
              <a:t>Rotarypuram Village, B K Samudram Mandal, Ananthapuramu – 515701.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" rtl="0" algn="ctr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4E7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2025 - 2026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769260" y="1737539"/>
            <a:ext cx="1990725" cy="564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Student Name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Roll No. 214G1A32XX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8812474" y="1737539"/>
            <a:ext cx="1990725" cy="564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Student Name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Roll No. 214G1A32XX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1386336" y="1737539"/>
            <a:ext cx="1990725" cy="564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Student Name 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Roll No. 214G1A32XX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6" name="Google Shape;66;p7"/>
          <p:cNvGrpSpPr/>
          <p:nvPr/>
        </p:nvGrpSpPr>
        <p:grpSpPr>
          <a:xfrm>
            <a:off x="697859" y="297171"/>
            <a:ext cx="10642482" cy="972164"/>
            <a:chOff x="697859" y="297171"/>
            <a:chExt cx="10642482" cy="972164"/>
          </a:xfrm>
        </p:grpSpPr>
        <p:pic>
          <p:nvPicPr>
            <p:cNvPr id="67" name="Google Shape;67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7859" y="297171"/>
              <a:ext cx="10642482" cy="972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7"/>
            <p:cNvSpPr/>
            <p:nvPr/>
          </p:nvSpPr>
          <p:spPr>
            <a:xfrm>
              <a:off x="755008" y="335270"/>
              <a:ext cx="10528300" cy="857885"/>
            </a:xfrm>
            <a:custGeom>
              <a:rect b="b" l="l" r="r" t="t"/>
              <a:pathLst>
                <a:path extrusionOk="0" h="857885" w="10528300">
                  <a:moveTo>
                    <a:pt x="10385202" y="857863"/>
                  </a:moveTo>
                  <a:lnTo>
                    <a:pt x="142980" y="857863"/>
                  </a:lnTo>
                  <a:lnTo>
                    <a:pt x="97787" y="850574"/>
                  </a:lnTo>
                  <a:lnTo>
                    <a:pt x="58537" y="830277"/>
                  </a:lnTo>
                  <a:lnTo>
                    <a:pt x="27586" y="799326"/>
                  </a:lnTo>
                  <a:lnTo>
                    <a:pt x="7289" y="760076"/>
                  </a:lnTo>
                  <a:lnTo>
                    <a:pt x="0" y="714883"/>
                  </a:lnTo>
                  <a:lnTo>
                    <a:pt x="0" y="142980"/>
                  </a:lnTo>
                  <a:lnTo>
                    <a:pt x="7289" y="97787"/>
                  </a:lnTo>
                  <a:lnTo>
                    <a:pt x="27586" y="58537"/>
                  </a:lnTo>
                  <a:lnTo>
                    <a:pt x="58537" y="27586"/>
                  </a:lnTo>
                  <a:lnTo>
                    <a:pt x="97787" y="7289"/>
                  </a:lnTo>
                  <a:lnTo>
                    <a:pt x="142980" y="0"/>
                  </a:lnTo>
                  <a:lnTo>
                    <a:pt x="10385202" y="0"/>
                  </a:lnTo>
                  <a:lnTo>
                    <a:pt x="10439918" y="10883"/>
                  </a:lnTo>
                  <a:lnTo>
                    <a:pt x="10486304" y="41877"/>
                  </a:lnTo>
                  <a:lnTo>
                    <a:pt x="10517299" y="88264"/>
                  </a:lnTo>
                  <a:lnTo>
                    <a:pt x="10528183" y="142980"/>
                  </a:lnTo>
                  <a:lnTo>
                    <a:pt x="10528183" y="714883"/>
                  </a:lnTo>
                  <a:lnTo>
                    <a:pt x="10520894" y="760076"/>
                  </a:lnTo>
                  <a:lnTo>
                    <a:pt x="10500596" y="799326"/>
                  </a:lnTo>
                  <a:lnTo>
                    <a:pt x="10469645" y="830277"/>
                  </a:lnTo>
                  <a:lnTo>
                    <a:pt x="10430395" y="850574"/>
                  </a:lnTo>
                  <a:lnTo>
                    <a:pt x="10385202" y="857863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9" name="Google Shape;69;p7"/>
          <p:cNvSpPr txBox="1"/>
          <p:nvPr>
            <p:ph type="title"/>
          </p:nvPr>
        </p:nvSpPr>
        <p:spPr>
          <a:xfrm>
            <a:off x="3890779" y="491407"/>
            <a:ext cx="425450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Title of the Project/Thesis</a:t>
            </a:r>
            <a:endParaRPr sz="3200"/>
          </a:p>
        </p:txBody>
      </p:sp>
      <p:sp>
        <p:nvSpPr>
          <p:cNvPr id="70" name="Google Shape;70;p7"/>
          <p:cNvSpPr txBox="1"/>
          <p:nvPr/>
        </p:nvSpPr>
        <p:spPr>
          <a:xfrm>
            <a:off x="5987420" y="1278968"/>
            <a:ext cx="21717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2105" y="3477045"/>
            <a:ext cx="1843672" cy="168548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7"/>
          <p:cNvSpPr txBox="1"/>
          <p:nvPr>
            <p:ph idx="10" type="dt"/>
          </p:nvPr>
        </p:nvSpPr>
        <p:spPr>
          <a:xfrm>
            <a:off x="1123125" y="6629792"/>
            <a:ext cx="496252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small"/>
              <a:t>Dept. of Computer Science and Engineering (AI&amp;ml)</a:t>
            </a:r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6183186" y="6581001"/>
            <a:ext cx="619018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cap="small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Srinivasa Ramanujan Institute of Technology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8"/>
          <p:cNvGrpSpPr/>
          <p:nvPr/>
        </p:nvGrpSpPr>
        <p:grpSpPr>
          <a:xfrm>
            <a:off x="777238" y="6634572"/>
            <a:ext cx="11415108" cy="223427"/>
            <a:chOff x="777238" y="6634572"/>
            <a:chExt cx="11415108" cy="223427"/>
          </a:xfrm>
        </p:grpSpPr>
        <p:sp>
          <p:nvSpPr>
            <p:cNvPr id="79" name="Google Shape;79;p8"/>
            <p:cNvSpPr/>
            <p:nvPr/>
          </p:nvSpPr>
          <p:spPr>
            <a:xfrm>
              <a:off x="777238" y="6634572"/>
              <a:ext cx="5782310" cy="220979"/>
            </a:xfrm>
            <a:custGeom>
              <a:rect b="b" l="l" r="r" t="t"/>
              <a:pathLst>
                <a:path extrusionOk="0" h="220979" w="5782309">
                  <a:moveTo>
                    <a:pt x="5781821" y="220979"/>
                  </a:moveTo>
                  <a:lnTo>
                    <a:pt x="0" y="220979"/>
                  </a:lnTo>
                  <a:lnTo>
                    <a:pt x="0" y="0"/>
                  </a:lnTo>
                  <a:lnTo>
                    <a:pt x="5781821" y="0"/>
                  </a:lnTo>
                  <a:lnTo>
                    <a:pt x="5781821" y="22097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6559061" y="6634572"/>
              <a:ext cx="5195570" cy="220979"/>
            </a:xfrm>
            <a:custGeom>
              <a:rect b="b" l="l" r="r" t="t"/>
              <a:pathLst>
                <a:path extrusionOk="0" h="220979" w="5195570">
                  <a:moveTo>
                    <a:pt x="5195133" y="220979"/>
                  </a:moveTo>
                  <a:lnTo>
                    <a:pt x="0" y="220979"/>
                  </a:lnTo>
                  <a:lnTo>
                    <a:pt x="0" y="0"/>
                  </a:lnTo>
                  <a:lnTo>
                    <a:pt x="5195133" y="0"/>
                  </a:lnTo>
                  <a:lnTo>
                    <a:pt x="5195133" y="220979"/>
                  </a:lnTo>
                  <a:close/>
                </a:path>
              </a:pathLst>
            </a:custGeom>
            <a:solidFill>
              <a:srgbClr val="008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11754196" y="6637020"/>
              <a:ext cx="438150" cy="220979"/>
            </a:xfrm>
            <a:custGeom>
              <a:rect b="b" l="l" r="r" t="t"/>
              <a:pathLst>
                <a:path extrusionOk="0" h="220979" w="438150">
                  <a:moveTo>
                    <a:pt x="437803" y="220979"/>
                  </a:moveTo>
                  <a:lnTo>
                    <a:pt x="0" y="220979"/>
                  </a:lnTo>
                  <a:lnTo>
                    <a:pt x="0" y="0"/>
                  </a:lnTo>
                  <a:lnTo>
                    <a:pt x="437803" y="0"/>
                  </a:lnTo>
                  <a:lnTo>
                    <a:pt x="437803" y="22097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2" name="Google Shape;82;p8"/>
          <p:cNvSpPr/>
          <p:nvPr/>
        </p:nvSpPr>
        <p:spPr>
          <a:xfrm>
            <a:off x="-1" y="-1"/>
            <a:ext cx="12192000" cy="233045"/>
          </a:xfrm>
          <a:custGeom>
            <a:rect b="b" l="l" r="r" t="t"/>
            <a:pathLst>
              <a:path extrusionOk="0" h="233045" w="12192000">
                <a:moveTo>
                  <a:pt x="12191998" y="232758"/>
                </a:moveTo>
                <a:lnTo>
                  <a:pt x="0" y="232758"/>
                </a:lnTo>
                <a:lnTo>
                  <a:pt x="0" y="0"/>
                </a:lnTo>
                <a:lnTo>
                  <a:pt x="12191998" y="0"/>
                </a:lnTo>
                <a:lnTo>
                  <a:pt x="12191998" y="232758"/>
                </a:lnTo>
                <a:close/>
              </a:path>
            </a:pathLst>
          </a:custGeom>
          <a:solidFill>
            <a:srgbClr val="0066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" name="Google Shape;83;p8"/>
          <p:cNvSpPr/>
          <p:nvPr/>
        </p:nvSpPr>
        <p:spPr>
          <a:xfrm>
            <a:off x="0" y="6634572"/>
            <a:ext cx="777240" cy="221615"/>
          </a:xfrm>
          <a:custGeom>
            <a:rect b="b" l="l" r="r" t="t"/>
            <a:pathLst>
              <a:path extrusionOk="0" h="221615" w="777240">
                <a:moveTo>
                  <a:pt x="777238" y="221522"/>
                </a:moveTo>
                <a:lnTo>
                  <a:pt x="0" y="221522"/>
                </a:lnTo>
                <a:lnTo>
                  <a:pt x="0" y="0"/>
                </a:lnTo>
                <a:lnTo>
                  <a:pt x="777238" y="0"/>
                </a:lnTo>
                <a:lnTo>
                  <a:pt x="777238" y="221522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" name="Google Shape;84;p8"/>
          <p:cNvSpPr txBox="1"/>
          <p:nvPr>
            <p:ph type="title"/>
          </p:nvPr>
        </p:nvSpPr>
        <p:spPr>
          <a:xfrm>
            <a:off x="73025" y="182448"/>
            <a:ext cx="191516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Abstract</a:t>
            </a:r>
            <a:endParaRPr/>
          </a:p>
        </p:txBody>
      </p:sp>
      <p:sp>
        <p:nvSpPr>
          <p:cNvPr id="85" name="Google Shape;85;p8"/>
          <p:cNvSpPr txBox="1"/>
          <p:nvPr/>
        </p:nvSpPr>
        <p:spPr>
          <a:xfrm>
            <a:off x="73025" y="990803"/>
            <a:ext cx="9860280" cy="4131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69900" marR="2094229" rtl="0" algn="l">
              <a:lnSpc>
                <a:spcPct val="12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context or background information for your research The general topic and specific research question or problem The main objectives and goals of your research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3552825" rtl="0" algn="l">
              <a:lnSpc>
                <a:spcPct val="12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methods you used to conduct your research The results or findings of your research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conclusions or implications of your research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83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2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: The above points should be specified in an abstract using paragraphs mostly 1.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8"/>
          <p:cNvSpPr txBox="1"/>
          <p:nvPr>
            <p:ph idx="10" type="dt"/>
          </p:nvPr>
        </p:nvSpPr>
        <p:spPr>
          <a:xfrm>
            <a:off x="1123125" y="6629792"/>
            <a:ext cx="496252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small"/>
              <a:t>Dept. of Computer Science and Engineering (AI&amp;ml)</a:t>
            </a:r>
            <a:endParaRPr/>
          </a:p>
        </p:txBody>
      </p:sp>
      <p:sp>
        <p:nvSpPr>
          <p:cNvPr id="87" name="Google Shape;87;p8"/>
          <p:cNvSpPr txBox="1"/>
          <p:nvPr/>
        </p:nvSpPr>
        <p:spPr>
          <a:xfrm>
            <a:off x="6559061" y="6629793"/>
            <a:ext cx="519513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cap="small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Srinivasa Ramanujan Institute of Technology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/>
        </p:nvSpPr>
        <p:spPr>
          <a:xfrm>
            <a:off x="5496126" y="-18240"/>
            <a:ext cx="11982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Project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3" name="Google Shape;93;p9"/>
          <p:cNvGrpSpPr/>
          <p:nvPr/>
        </p:nvGrpSpPr>
        <p:grpSpPr>
          <a:xfrm>
            <a:off x="-2" y="216249"/>
            <a:ext cx="12192002" cy="803792"/>
            <a:chOff x="-2" y="216249"/>
            <a:chExt cx="12192002" cy="803792"/>
          </a:xfrm>
        </p:grpSpPr>
        <p:pic>
          <p:nvPicPr>
            <p:cNvPr id="94" name="Google Shape;94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16249"/>
              <a:ext cx="12192000" cy="8037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9"/>
            <p:cNvSpPr/>
            <p:nvPr/>
          </p:nvSpPr>
          <p:spPr>
            <a:xfrm>
              <a:off x="-2" y="232759"/>
              <a:ext cx="12192000" cy="715010"/>
            </a:xfrm>
            <a:custGeom>
              <a:rect b="b" l="l" r="r" t="t"/>
              <a:pathLst>
                <a:path extrusionOk="0" h="715010" w="1219200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6" name="Google Shape;96;p9"/>
          <p:cNvSpPr txBox="1"/>
          <p:nvPr>
            <p:ph type="title"/>
          </p:nvPr>
        </p:nvSpPr>
        <p:spPr>
          <a:xfrm>
            <a:off x="73025" y="-50596"/>
            <a:ext cx="388810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97" name="Google Shape;97;p9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- 00</a:t>
            </a:r>
            <a:endParaRPr/>
          </a:p>
        </p:txBody>
      </p:sp>
      <p:sp>
        <p:nvSpPr>
          <p:cNvPr id="98" name="Google Shape;98;p9"/>
          <p:cNvSpPr txBox="1"/>
          <p:nvPr>
            <p:ph idx="10" type="dt"/>
          </p:nvPr>
        </p:nvSpPr>
        <p:spPr>
          <a:xfrm>
            <a:off x="1123125" y="6629792"/>
            <a:ext cx="496252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small"/>
              <a:t>Dept. of Computer Science and Engineering (AI&amp;ml)</a:t>
            </a:r>
            <a:endParaRPr/>
          </a:p>
        </p:txBody>
      </p:sp>
      <p:sp>
        <p:nvSpPr>
          <p:cNvPr id="99" name="Google Shape;99;p9"/>
          <p:cNvSpPr txBox="1"/>
          <p:nvPr/>
        </p:nvSpPr>
        <p:spPr>
          <a:xfrm>
            <a:off x="6809329" y="6651444"/>
            <a:ext cx="4434823" cy="22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cap="small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Srinivasa Ramanujan Institute of Technology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9"/>
          <p:cNvSpPr txBox="1"/>
          <p:nvPr/>
        </p:nvSpPr>
        <p:spPr>
          <a:xfrm>
            <a:off x="11909611" y="6629309"/>
            <a:ext cx="1270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9"/>
          <p:cNvSpPr txBox="1"/>
          <p:nvPr/>
        </p:nvSpPr>
        <p:spPr>
          <a:xfrm>
            <a:off x="325852" y="1108455"/>
            <a:ext cx="2870200" cy="50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8305" lvl="0" marL="4210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421005" rtl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421005" rtl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421005" rtl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Proposed Work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421005" rtl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421005" rtl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GitHub Link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421005" rtl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Queries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/>
          <p:nvPr/>
        </p:nvSpPr>
        <p:spPr>
          <a:xfrm>
            <a:off x="5496126" y="-18240"/>
            <a:ext cx="11982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Project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-2" y="216249"/>
            <a:ext cx="12192002" cy="803792"/>
            <a:chOff x="-2" y="216249"/>
            <a:chExt cx="12192002" cy="803792"/>
          </a:xfrm>
        </p:grpSpPr>
        <p:pic>
          <p:nvPicPr>
            <p:cNvPr id="108" name="Google Shape;10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16249"/>
              <a:ext cx="12192000" cy="8037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0"/>
            <p:cNvSpPr/>
            <p:nvPr/>
          </p:nvSpPr>
          <p:spPr>
            <a:xfrm>
              <a:off x="-2" y="232759"/>
              <a:ext cx="12192000" cy="715010"/>
            </a:xfrm>
            <a:custGeom>
              <a:rect b="b" l="l" r="r" t="t"/>
              <a:pathLst>
                <a:path extrusionOk="0" h="715010" w="1219200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0" name="Google Shape;110;p10"/>
          <p:cNvSpPr txBox="1"/>
          <p:nvPr>
            <p:ph type="title"/>
          </p:nvPr>
        </p:nvSpPr>
        <p:spPr>
          <a:xfrm>
            <a:off x="73025" y="-50596"/>
            <a:ext cx="388810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11" name="Google Shape;111;p10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- 00</a:t>
            </a:r>
            <a:endParaRPr/>
          </a:p>
        </p:txBody>
      </p:sp>
      <p:sp>
        <p:nvSpPr>
          <p:cNvPr id="112" name="Google Shape;112;p10"/>
          <p:cNvSpPr txBox="1"/>
          <p:nvPr>
            <p:ph idx="10" type="dt"/>
          </p:nvPr>
        </p:nvSpPr>
        <p:spPr>
          <a:xfrm>
            <a:off x="1123125" y="6629792"/>
            <a:ext cx="49625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small"/>
              <a:t>Dept. of Computer Science and Engineering (AI&amp;ml)</a:t>
            </a:r>
            <a:endParaRPr/>
          </a:p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small"/>
              <a:t>Science)</a:t>
            </a:r>
            <a:endParaRPr/>
          </a:p>
        </p:txBody>
      </p:sp>
      <p:sp>
        <p:nvSpPr>
          <p:cNvPr id="113" name="Google Shape;113;p10"/>
          <p:cNvSpPr txBox="1"/>
          <p:nvPr/>
        </p:nvSpPr>
        <p:spPr>
          <a:xfrm>
            <a:off x="7147577" y="6629311"/>
            <a:ext cx="44348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cap="small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Srinivasa Ramanujan Institute of Technology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0"/>
          <p:cNvSpPr txBox="1"/>
          <p:nvPr>
            <p:ph idx="12" type="sldNum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0"/>
          <p:cNvSpPr txBox="1"/>
          <p:nvPr/>
        </p:nvSpPr>
        <p:spPr>
          <a:xfrm>
            <a:off x="236964" y="1040179"/>
            <a:ext cx="1534795" cy="513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Point 1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SzPts val="2800"/>
              <a:buFont typeface="Lucida Sans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Point 2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SzPts val="2800"/>
              <a:buFont typeface="Lucida Sans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Point 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SzPts val="2800"/>
              <a:buFont typeface="Lucida Sans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Point 4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Lucida Sans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Point 5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SzPts val="2800"/>
              <a:buFont typeface="Lucida Sans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Point 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/>
          <p:nvPr/>
        </p:nvSpPr>
        <p:spPr>
          <a:xfrm>
            <a:off x="5496126" y="-18240"/>
            <a:ext cx="11982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Project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1" name="Google Shape;121;p11"/>
          <p:cNvGrpSpPr/>
          <p:nvPr/>
        </p:nvGrpSpPr>
        <p:grpSpPr>
          <a:xfrm>
            <a:off x="-2" y="216249"/>
            <a:ext cx="12192002" cy="803792"/>
            <a:chOff x="-2" y="216249"/>
            <a:chExt cx="12192002" cy="803792"/>
          </a:xfrm>
        </p:grpSpPr>
        <p:pic>
          <p:nvPicPr>
            <p:cNvPr id="122" name="Google Shape;122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16249"/>
              <a:ext cx="12192000" cy="8037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1"/>
            <p:cNvSpPr/>
            <p:nvPr/>
          </p:nvSpPr>
          <p:spPr>
            <a:xfrm>
              <a:off x="-2" y="232759"/>
              <a:ext cx="12192000" cy="715010"/>
            </a:xfrm>
            <a:custGeom>
              <a:rect b="b" l="l" r="r" t="t"/>
              <a:pathLst>
                <a:path extrusionOk="0" h="715010" w="1219200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4" name="Google Shape;124;p11"/>
          <p:cNvSpPr txBox="1"/>
          <p:nvPr>
            <p:ph type="title"/>
          </p:nvPr>
        </p:nvSpPr>
        <p:spPr>
          <a:xfrm>
            <a:off x="73025" y="-50596"/>
            <a:ext cx="394652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Survey</a:t>
            </a:r>
            <a:endParaRPr/>
          </a:p>
        </p:txBody>
      </p:sp>
      <p:sp>
        <p:nvSpPr>
          <p:cNvPr id="125" name="Google Shape;125;p11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- 00</a:t>
            </a:r>
            <a:endParaRPr/>
          </a:p>
        </p:txBody>
      </p:sp>
      <p:sp>
        <p:nvSpPr>
          <p:cNvPr id="126" name="Google Shape;126;p11"/>
          <p:cNvSpPr txBox="1"/>
          <p:nvPr>
            <p:ph idx="10" type="dt"/>
          </p:nvPr>
        </p:nvSpPr>
        <p:spPr>
          <a:xfrm>
            <a:off x="1123125" y="6629792"/>
            <a:ext cx="49625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small"/>
              <a:t>Dept. of Computer Science and Engineering (AI&amp;ml)</a:t>
            </a:r>
            <a:endParaRPr/>
          </a:p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cap="small"/>
          </a:p>
        </p:txBody>
      </p:sp>
      <p:sp>
        <p:nvSpPr>
          <p:cNvPr id="127" name="Google Shape;127;p11"/>
          <p:cNvSpPr txBox="1"/>
          <p:nvPr/>
        </p:nvSpPr>
        <p:spPr>
          <a:xfrm>
            <a:off x="7147577" y="6629311"/>
            <a:ext cx="4434823" cy="22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cap="small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Srinivasa Ramanujan Institute of Technology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29" name="Google Shape;129;p11"/>
          <p:cNvGraphicFramePr/>
          <p:nvPr/>
        </p:nvGraphicFramePr>
        <p:xfrm>
          <a:off x="150193" y="10807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{75FCFCDB-1120-4DAD-9002-65704FA1B995}</a:tableStyleId>
              </a:tblPr>
              <a:tblGrid>
                <a:gridCol w="514975"/>
                <a:gridCol w="2005975"/>
                <a:gridCol w="1520825"/>
                <a:gridCol w="1539250"/>
                <a:gridCol w="1893575"/>
                <a:gridCol w="2201550"/>
                <a:gridCol w="1949450"/>
              </a:tblGrid>
              <a:tr h="63945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5725" marR="13716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Journal Name &amp; Year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5090" marR="521334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Methodology Adapted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Findings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4"/>
                    </a:solidFill>
                  </a:tcPr>
                </a:tc>
              </a:tr>
              <a:tr h="1188725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5725" marR="1727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Deep Recurrent Neural Networks for Human Activity Recognistion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5725" marR="5048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A. Murad, JyPun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5725" marR="10413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Sensors, Research Gate Journal &amp; 2017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5090" marR="46291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Deep Learning Techniques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5725" marR="19240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Deep Recurrent Neural Network based Unidirectional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5725" marR="34861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Exploring these models on a diverse datasets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EF6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/>
          <p:nvPr/>
        </p:nvSpPr>
        <p:spPr>
          <a:xfrm>
            <a:off x="5496126" y="-18240"/>
            <a:ext cx="11982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Project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5" name="Google Shape;135;p12"/>
          <p:cNvGrpSpPr/>
          <p:nvPr/>
        </p:nvGrpSpPr>
        <p:grpSpPr>
          <a:xfrm>
            <a:off x="-2" y="216249"/>
            <a:ext cx="12192002" cy="803792"/>
            <a:chOff x="-2" y="216249"/>
            <a:chExt cx="12192002" cy="803792"/>
          </a:xfrm>
        </p:grpSpPr>
        <p:pic>
          <p:nvPicPr>
            <p:cNvPr id="136" name="Google Shape;13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16249"/>
              <a:ext cx="12192000" cy="8037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12"/>
            <p:cNvSpPr/>
            <p:nvPr/>
          </p:nvSpPr>
          <p:spPr>
            <a:xfrm>
              <a:off x="-2" y="232759"/>
              <a:ext cx="12192000" cy="715010"/>
            </a:xfrm>
            <a:custGeom>
              <a:rect b="b" l="l" r="r" t="t"/>
              <a:pathLst>
                <a:path extrusionOk="0" h="715010" w="1219200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8" name="Google Shape;138;p12"/>
          <p:cNvSpPr txBox="1"/>
          <p:nvPr>
            <p:ph type="title"/>
          </p:nvPr>
        </p:nvSpPr>
        <p:spPr>
          <a:xfrm>
            <a:off x="73025" y="-50596"/>
            <a:ext cx="388810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Proposed	System</a:t>
            </a:r>
            <a:endParaRPr/>
          </a:p>
        </p:txBody>
      </p:sp>
      <p:sp>
        <p:nvSpPr>
          <p:cNvPr id="139" name="Google Shape;139;p12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- 00</a:t>
            </a:r>
            <a:endParaRPr/>
          </a:p>
        </p:txBody>
      </p:sp>
      <p:sp>
        <p:nvSpPr>
          <p:cNvPr id="140" name="Google Shape;140;p12"/>
          <p:cNvSpPr txBox="1"/>
          <p:nvPr/>
        </p:nvSpPr>
        <p:spPr>
          <a:xfrm>
            <a:off x="7147577" y="6629311"/>
            <a:ext cx="4587223" cy="22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cap="small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Srinivasa Ramanujan Institute of Technology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2"/>
          <p:cNvSpPr txBox="1"/>
          <p:nvPr>
            <p:ph idx="12" type="sldNum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2"/>
          <p:cNvSpPr txBox="1"/>
          <p:nvPr/>
        </p:nvSpPr>
        <p:spPr>
          <a:xfrm>
            <a:off x="236964" y="1040179"/>
            <a:ext cx="1534795" cy="513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Point 1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SzPts val="2800"/>
              <a:buFont typeface="Lucida Sans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Point 2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SzPts val="2800"/>
              <a:buFont typeface="Lucida Sans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Point 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SzPts val="2800"/>
              <a:buFont typeface="Lucida Sans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Point 4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Lucida Sans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Point 5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SzPts val="2800"/>
              <a:buFont typeface="Lucida Sans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Point 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2"/>
          <p:cNvSpPr txBox="1"/>
          <p:nvPr>
            <p:ph idx="10" type="dt"/>
          </p:nvPr>
        </p:nvSpPr>
        <p:spPr>
          <a:xfrm>
            <a:off x="1122363" y="6629400"/>
            <a:ext cx="496252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small"/>
              <a:t>Dept. of Computer Science and Engineering (AI&amp;ml)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/>
        </p:nvSpPr>
        <p:spPr>
          <a:xfrm>
            <a:off x="5496126" y="-18240"/>
            <a:ext cx="11982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Project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9" name="Google Shape;149;p13"/>
          <p:cNvGrpSpPr/>
          <p:nvPr/>
        </p:nvGrpSpPr>
        <p:grpSpPr>
          <a:xfrm>
            <a:off x="-2" y="216249"/>
            <a:ext cx="12192002" cy="803792"/>
            <a:chOff x="-2" y="216249"/>
            <a:chExt cx="12192002" cy="803792"/>
          </a:xfrm>
        </p:grpSpPr>
        <p:pic>
          <p:nvPicPr>
            <p:cNvPr id="150" name="Google Shape;15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16249"/>
              <a:ext cx="12192000" cy="8037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13"/>
            <p:cNvSpPr/>
            <p:nvPr/>
          </p:nvSpPr>
          <p:spPr>
            <a:xfrm>
              <a:off x="-2" y="232759"/>
              <a:ext cx="12192000" cy="715010"/>
            </a:xfrm>
            <a:custGeom>
              <a:rect b="b" l="l" r="r" t="t"/>
              <a:pathLst>
                <a:path extrusionOk="0" h="715010" w="1219200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2" name="Google Shape;152;p13"/>
          <p:cNvSpPr txBox="1"/>
          <p:nvPr>
            <p:ph type="title"/>
          </p:nvPr>
        </p:nvSpPr>
        <p:spPr>
          <a:xfrm>
            <a:off x="73025" y="-50596"/>
            <a:ext cx="388810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153" name="Google Shape;153;p13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- 00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7147577" y="6629311"/>
            <a:ext cx="44348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cap="small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Srinivasa Ramanujan Institute of Technology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3"/>
          <p:cNvSpPr txBox="1"/>
          <p:nvPr>
            <p:ph idx="12" type="sldNum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272529" y="1074317"/>
            <a:ext cx="11624945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577850" lvl="0" marL="590550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[1]. Author 1, Author 2 and Author 3, “</a:t>
            </a:r>
            <a:r>
              <a:rPr lang="en-US" sz="2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Title of the Paper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”,” 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Journal name where the paper published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, vol. 11, pp. 11-15, Jan. 2020.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272529" y="2991509"/>
            <a:ext cx="339915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Use Mendeley software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3"/>
          <p:cNvSpPr txBox="1"/>
          <p:nvPr>
            <p:ph idx="10" type="dt"/>
          </p:nvPr>
        </p:nvSpPr>
        <p:spPr>
          <a:xfrm>
            <a:off x="1122363" y="6629400"/>
            <a:ext cx="496252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small"/>
              <a:t>Dept. of Computer Science and Engineering (AI&amp;ml)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/>
        </p:nvSpPr>
        <p:spPr>
          <a:xfrm>
            <a:off x="5496126" y="-18240"/>
            <a:ext cx="11982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Project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4" name="Google Shape;164;p14"/>
          <p:cNvGrpSpPr/>
          <p:nvPr/>
        </p:nvGrpSpPr>
        <p:grpSpPr>
          <a:xfrm>
            <a:off x="-2" y="216249"/>
            <a:ext cx="12192002" cy="803792"/>
            <a:chOff x="-2" y="216249"/>
            <a:chExt cx="12192002" cy="803792"/>
          </a:xfrm>
        </p:grpSpPr>
        <p:pic>
          <p:nvPicPr>
            <p:cNvPr id="165" name="Google Shape;16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16249"/>
              <a:ext cx="12192000" cy="8037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4"/>
            <p:cNvSpPr/>
            <p:nvPr/>
          </p:nvSpPr>
          <p:spPr>
            <a:xfrm>
              <a:off x="-2" y="232759"/>
              <a:ext cx="12192000" cy="715010"/>
            </a:xfrm>
            <a:custGeom>
              <a:rect b="b" l="l" r="r" t="t"/>
              <a:pathLst>
                <a:path extrusionOk="0" h="715010" w="12192000">
                  <a:moveTo>
                    <a:pt x="12191999" y="714891"/>
                  </a:moveTo>
                  <a:lnTo>
                    <a:pt x="0" y="714891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14891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7" name="Google Shape;167;p14"/>
          <p:cNvSpPr txBox="1"/>
          <p:nvPr>
            <p:ph type="title"/>
          </p:nvPr>
        </p:nvSpPr>
        <p:spPr>
          <a:xfrm>
            <a:off x="73025" y="-50596"/>
            <a:ext cx="813625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Hub	Dashboards of	each	student</a:t>
            </a:r>
            <a:endParaRPr/>
          </a:p>
        </p:txBody>
      </p:sp>
      <p:grpSp>
        <p:nvGrpSpPr>
          <p:cNvPr id="168" name="Google Shape;168;p14"/>
          <p:cNvGrpSpPr/>
          <p:nvPr/>
        </p:nvGrpSpPr>
        <p:grpSpPr>
          <a:xfrm>
            <a:off x="1140884" y="1107038"/>
            <a:ext cx="9592731" cy="4128179"/>
            <a:chOff x="1140884" y="1107038"/>
            <a:chExt cx="9592731" cy="4128179"/>
          </a:xfrm>
        </p:grpSpPr>
        <p:pic>
          <p:nvPicPr>
            <p:cNvPr id="169" name="Google Shape;169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0884" y="1107038"/>
              <a:ext cx="9592731" cy="4128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98915" y="4125684"/>
              <a:ext cx="468085" cy="195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57400" y="2166256"/>
              <a:ext cx="468085" cy="2177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02330" y="1654925"/>
              <a:ext cx="468085" cy="195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14"/>
          <p:cNvSpPr txBox="1"/>
          <p:nvPr/>
        </p:nvSpPr>
        <p:spPr>
          <a:xfrm>
            <a:off x="236964" y="5389995"/>
            <a:ext cx="1015809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Repository Name Like: CSM 2025 – 26 Batch: A – XX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92125" lvl="0" marL="504825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SzPts val="2800"/>
              <a:buFont typeface="Lucida Sans"/>
              <a:buChar char="□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Under that project data upload literature survey papers, and son on..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4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- 00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7147577" y="6629311"/>
            <a:ext cx="43586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cap="small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Srinivasa Ramanujan Institute of Technology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4"/>
          <p:cNvSpPr txBox="1"/>
          <p:nvPr>
            <p:ph idx="12" type="sldNum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14"/>
          <p:cNvSpPr txBox="1"/>
          <p:nvPr>
            <p:ph idx="10" type="dt"/>
          </p:nvPr>
        </p:nvSpPr>
        <p:spPr>
          <a:xfrm>
            <a:off x="1122363" y="6629400"/>
            <a:ext cx="496252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small"/>
              <a:t>Dept. of Computer Science and Engineering (AI&amp;ml)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 txBox="1"/>
          <p:nvPr/>
        </p:nvSpPr>
        <p:spPr>
          <a:xfrm>
            <a:off x="5496126" y="-18240"/>
            <a:ext cx="11982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Project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5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- 00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7147577" y="6629310"/>
            <a:ext cx="44348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cap="small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Srinivasa Ramanujan Institute of Technology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5"/>
          <p:cNvSpPr txBox="1"/>
          <p:nvPr>
            <p:ph idx="12" type="sldNum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15"/>
          <p:cNvSpPr txBox="1"/>
          <p:nvPr>
            <p:ph type="title"/>
          </p:nvPr>
        </p:nvSpPr>
        <p:spPr>
          <a:xfrm>
            <a:off x="2826638" y="2352302"/>
            <a:ext cx="6692265" cy="148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600">
                <a:solidFill>
                  <a:srgbClr val="FF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Queries?</a:t>
            </a:r>
            <a:endParaRPr sz="9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5"/>
          <p:cNvSpPr txBox="1"/>
          <p:nvPr>
            <p:ph idx="10" type="dt"/>
          </p:nvPr>
        </p:nvSpPr>
        <p:spPr>
          <a:xfrm>
            <a:off x="1122363" y="6629400"/>
            <a:ext cx="496252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small"/>
              <a:t>Dept. of Computer Science and Engineering (AI&amp;ml)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/>
        </p:nvSpPr>
        <p:spPr>
          <a:xfrm>
            <a:off x="5496126" y="-18240"/>
            <a:ext cx="11982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Project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6"/>
          <p:cNvSpPr txBox="1"/>
          <p:nvPr>
            <p:ph idx="11" type="ftr"/>
          </p:nvPr>
        </p:nvSpPr>
        <p:spPr>
          <a:xfrm>
            <a:off x="141783" y="6629792"/>
            <a:ext cx="54483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- 00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7147577" y="6629311"/>
            <a:ext cx="4434823" cy="22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cap="small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Srinivasa Ramanujan Institute of Technology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6"/>
          <p:cNvSpPr txBox="1"/>
          <p:nvPr>
            <p:ph idx="12" type="sldNum"/>
          </p:nvPr>
        </p:nvSpPr>
        <p:spPr>
          <a:xfrm>
            <a:off x="11858823" y="6629309"/>
            <a:ext cx="228600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16"/>
          <p:cNvSpPr txBox="1"/>
          <p:nvPr>
            <p:ph type="title"/>
          </p:nvPr>
        </p:nvSpPr>
        <p:spPr>
          <a:xfrm>
            <a:off x="2826638" y="2249889"/>
            <a:ext cx="3140710" cy="315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600">
                <a:solidFill>
                  <a:srgbClr val="FF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You!!!</a:t>
            </a:r>
            <a:endParaRPr sz="9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6"/>
          <p:cNvSpPr txBox="1"/>
          <p:nvPr>
            <p:ph idx="10" type="dt"/>
          </p:nvPr>
        </p:nvSpPr>
        <p:spPr>
          <a:xfrm>
            <a:off x="1122363" y="6629400"/>
            <a:ext cx="496252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cap="small"/>
              <a:t>Dept. of Computer Science and Engineering (AI&amp;ml)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